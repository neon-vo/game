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6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62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12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97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250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561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14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80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80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95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45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934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4E917-0AEE-49D6-8FF7-06E97ACFB7F5}" type="datetimeFigureOut">
              <a:rPr lang="ru-RU" smtClean="0"/>
              <a:t>18.06.2023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AB417-4416-4B62-A43A-8532B9060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46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74432" y="4620126"/>
            <a:ext cx="4355431" cy="103471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Выполнил:</a:t>
            </a:r>
            <a:br>
              <a:rPr lang="ru-RU" sz="3200" dirty="0" smtClean="0"/>
            </a:br>
            <a:r>
              <a:rPr lang="ru-RU" sz="3200" dirty="0" smtClean="0"/>
              <a:t>Платонов Владислав</a:t>
            </a:r>
            <a:endParaRPr lang="ru-RU" sz="32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580148" y="1933072"/>
            <a:ext cx="9144000" cy="23902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Отчет по игре и по специальностям, в которых я участвовал в ходе работы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092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580147" y="858251"/>
            <a:ext cx="9144000" cy="9224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Легенда</a:t>
            </a: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1786689" y="1909009"/>
            <a:ext cx="8730916" cy="3721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О нас</a:t>
            </a:r>
          </a:p>
          <a:p>
            <a:r>
              <a:rPr lang="ru-RU" dirty="0"/>
              <a:t>Наша компания называется «</a:t>
            </a:r>
            <a:r>
              <a:rPr lang="en-US" dirty="0" err="1"/>
              <a:t>AniGame</a:t>
            </a:r>
            <a:r>
              <a:rPr lang="ru-RU" dirty="0"/>
              <a:t>», мы разрабатываем 2D игру </a:t>
            </a:r>
            <a:r>
              <a:rPr lang="ru-RU" dirty="0" err="1"/>
              <a:t>квест</a:t>
            </a:r>
            <a:r>
              <a:rPr lang="ru-RU" dirty="0"/>
              <a:t> «</a:t>
            </a:r>
            <a:r>
              <a:rPr lang="en-US" dirty="0"/>
              <a:t>Bleach</a:t>
            </a:r>
            <a:r>
              <a:rPr lang="ru-RU" dirty="0"/>
              <a:t>», где мы играем за персонажа, которому нужен меч, и если принести кузнецу все детали, найдя их по </a:t>
            </a:r>
            <a:r>
              <a:rPr lang="ru-RU" dirty="0" err="1"/>
              <a:t>квестам</a:t>
            </a:r>
            <a:r>
              <a:rPr lang="ru-RU" dirty="0"/>
              <a:t>, то вы сможете получить его</a:t>
            </a:r>
          </a:p>
          <a:p>
            <a:r>
              <a:rPr lang="ru-RU" dirty="0"/>
              <a:t> </a:t>
            </a:r>
          </a:p>
          <a:p>
            <a:r>
              <a:rPr lang="ru-RU" b="1" dirty="0" smtClean="0"/>
              <a:t>Легенда</a:t>
            </a:r>
            <a:endParaRPr lang="ru-RU" b="1" dirty="0"/>
          </a:p>
          <a:p>
            <a:r>
              <a:rPr lang="ru-RU" dirty="0"/>
              <a:t>Платонов Владислав – Человек с множеством личностей, поэтому всю работу в состоянии сделать сам</a:t>
            </a:r>
          </a:p>
        </p:txBody>
      </p:sp>
    </p:spTree>
    <p:extLst>
      <p:ext uri="{BB962C8B-B14F-4D97-AF65-F5344CB8AC3E}">
        <p14:creationId xmlns:p14="http://schemas.microsoft.com/office/powerpoint/2010/main" val="2420814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менеджера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892078" y="1515073"/>
            <a:ext cx="4170947" cy="4702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 научился выстраивать рабочие процессы внутри команды, следить за процессом разработки, создавать стратегию по индивидуальному плану разработки, решать проблемы в ходе рабочего процесса и помогать членам моей команды.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https://volgograd.ruc.su/upload/iblock/b08/lp487v40ggsqvno80z51rm7vwjej6sj6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49" y="1690688"/>
            <a:ext cx="581958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57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Работа тех. писателя и аналитика</a:t>
            </a:r>
            <a:endParaRPr lang="ru-RU" dirty="0"/>
          </a:p>
        </p:txBody>
      </p:sp>
      <p:pic>
        <p:nvPicPr>
          <p:cNvPr id="2052" name="Picture 4" descr="https://www.tadviser.ru/images/0/06/Laptop-c%D0%B2%D0%B0%D1%96%D0%B0%D1%96omputer-macbook-writing-hand-typing-working-creative-technology-driving-office-business-modern-home-office-startup-display-company-laptops-notebooks-personal-computer-start-up-personal-computer-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222" y="1690688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20842" y="1690688"/>
            <a:ext cx="4505951" cy="4241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 научился определять лидеров рынка, своих конкурентов, оценивать их слабые и сильные стороны. Также я научился составлять отчеты о проделанной работе, внутреннюю и техническую документацию.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98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проектировщика, пиар-менеджера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234989" y="1515073"/>
            <a:ext cx="4844716" cy="4702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 научился собирать и обрабатывать требования проекта, писать технические спецификации. Продумывать и разрабатывать архитектуру приложения совместно с </a:t>
            </a: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разработчиками.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 дизайнерами </a:t>
            </a: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научился продумывать как будет </a:t>
            </a: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выглядеть дизайн и концепт.</a:t>
            </a:r>
            <a:endParaRPr lang="ru-RU" sz="28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102" name="Picture 6" descr="https://ac-bastion.ru/wp-content/uploads/0/8/5/085217ac8c7b4e7c89b77fda47bd4b29.jpe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75" y="1690688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224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Работа проектировщика, пиар-менеджера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97569" y="2527293"/>
            <a:ext cx="3689684" cy="2397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Как пиар-менеджер я научился ведению социальных сетей и составлению резюме/легенд.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https://vdhl.ru/wp-content/uploads/2022/02/118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408" y="1690688"/>
            <a:ext cx="705387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66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дизайнера</a:t>
            </a:r>
            <a:endParaRPr lang="ru-RU" dirty="0"/>
          </a:p>
        </p:txBody>
      </p:sp>
      <p:pic>
        <p:nvPicPr>
          <p:cNvPr id="5122" name="Picture 2" descr="https://mykaleidoscope.ru/uploads/posts/2020-10/1602970162_12-p-dizainer-interera-o-professii-23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253" y="1690688"/>
            <a:ext cx="439425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316579" y="2898143"/>
            <a:ext cx="5438274" cy="1936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 подтянул навык концептуального создания продукта и научился составлять карту игры.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059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Работа разработчика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6463" y="3263592"/>
            <a:ext cx="4973053" cy="1936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 подтянул навыки верстки, опираясь на техническое задание и другие внутренние документы.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https://hozyindachi.ru/wp-content/uploads/2018/06/chistyj-html-kod-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706" y="2056137"/>
            <a:ext cx="65333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590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программиста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673516" y="2813307"/>
            <a:ext cx="4395537" cy="2375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 изучил базовый уровень разработки игр на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опираясь на внутренние документы и техническое задание.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https://m.fishki.net/upload/users/2021/02/12/1779359/34e66ded0ec312d472a4070c5640c28d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62" y="1825624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89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 smtClean="0"/>
              <a:t>Работа </a:t>
            </a:r>
            <a:r>
              <a:rPr lang="ru-RU" dirty="0" err="1" smtClean="0"/>
              <a:t>тестировщика</a:t>
            </a:r>
            <a:endParaRPr lang="ru-RU" dirty="0"/>
          </a:p>
        </p:txBody>
      </p:sp>
      <p:pic>
        <p:nvPicPr>
          <p:cNvPr id="8194" name="Picture 2" descr="https://i.pinimg.com/originals/79/c1/63/79c163e6e6d4e264ee1b3eb6b873ac82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391" y="1690688"/>
            <a:ext cx="400123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214300" y="2906735"/>
            <a:ext cx="4863812" cy="1919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 получил удовольствие от этой работы. Выявил недочеты и сообщил о них разработчикам.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70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4031" y="2835609"/>
            <a:ext cx="10920663" cy="1325563"/>
          </a:xfrm>
        </p:spPr>
        <p:txBody>
          <a:bodyPr>
            <a:noAutofit/>
          </a:bodyPr>
          <a:lstStyle/>
          <a:p>
            <a:r>
              <a:rPr lang="ru-RU" sz="8800" dirty="0" smtClean="0"/>
              <a:t>Спасибо за внимание!</a:t>
            </a:r>
            <a:endParaRPr lang="ru-RU" sz="8800" dirty="0"/>
          </a:p>
        </p:txBody>
      </p:sp>
    </p:spTree>
    <p:extLst>
      <p:ext uri="{BB962C8B-B14F-4D97-AF65-F5344CB8AC3E}">
        <p14:creationId xmlns:p14="http://schemas.microsoft.com/office/powerpoint/2010/main" val="1465595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251</Words>
  <Application>Microsoft Office PowerPoint</Application>
  <PresentationFormat>Широкоэкранный</PresentationFormat>
  <Paragraphs>25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Выполнил: Платонов Владислав</vt:lpstr>
      <vt:lpstr>Презентация PowerPoint</vt:lpstr>
      <vt:lpstr>Работа менеджера</vt:lpstr>
      <vt:lpstr>Работа тех. писателя и аналитика</vt:lpstr>
      <vt:lpstr>Работа проектировщика, пиар-менеджера</vt:lpstr>
      <vt:lpstr>Работа проектировщика, пиар-менеджера</vt:lpstr>
      <vt:lpstr>Работа дизайнера</vt:lpstr>
      <vt:lpstr>Работа разработчика</vt:lpstr>
      <vt:lpstr>Работа программиста</vt:lpstr>
      <vt:lpstr>Работа тестировщика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Выполнил: Платонов Владислав</dc:title>
  <dc:creator>VladPVV</dc:creator>
  <cp:lastModifiedBy>VladPVV</cp:lastModifiedBy>
  <cp:revision>6</cp:revision>
  <dcterms:created xsi:type="dcterms:W3CDTF">2023-06-18T18:30:58Z</dcterms:created>
  <dcterms:modified xsi:type="dcterms:W3CDTF">2023-06-18T18:57:02Z</dcterms:modified>
</cp:coreProperties>
</file>